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94" r:id="rId3"/>
    <p:sldId id="283" r:id="rId4"/>
    <p:sldId id="285" r:id="rId5"/>
    <p:sldId id="287" r:id="rId6"/>
    <p:sldId id="288" r:id="rId8"/>
    <p:sldId id="289" r:id="rId9"/>
    <p:sldId id="29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73" y="67"/>
      </p:cViewPr>
      <p:guideLst>
        <p:guide orient="horz" pos="2160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0DCF8-FC94-4270-B69D-B8FED625C3D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0DD4-4954-4011-B22B-3B4033FBDDD4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41120" y="2013585"/>
            <a:ext cx="10016490" cy="3767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/>
          </a:p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of Conduct: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/>
              <a:t>I __________U.Divya/192372277__________ (Name / Reg No) certify that this submission is my original work and that I have adhered to the guidelines specified for this assessment.I understand that any violation of academic integrity rules will result in disciplinary action.</a:t>
            </a:r>
            <a:endParaRPr lang="en-US" altLang="en-US"/>
          </a:p>
          <a:p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Signature of the student: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Divya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270" y="1560365"/>
            <a:ext cx="10363200" cy="1470025"/>
          </a:xfrm>
        </p:spPr>
        <p:txBody>
          <a:bodyPr>
            <a:normAutofit/>
          </a:bodyPr>
          <a:lstStyle/>
          <a:p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Viegnere Cipher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7665" y="4886325"/>
            <a:ext cx="3696335" cy="146939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Presented by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U.Divya -192372277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</a:pP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5775" y="3302000"/>
            <a:ext cx="104362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</a:t>
            </a:r>
            <a:r>
              <a:rPr lang="en-US" altLang="en-IN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5116-</a:t>
            </a:r>
            <a:r>
              <a:rPr lang="en-US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</a:t>
            </a:r>
            <a:endParaRPr lang="en-US" altLang="en-US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15159" y="250960"/>
            <a:ext cx="10342304" cy="1037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1795" y="4889500"/>
            <a:ext cx="29006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Guided by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DR.E.Anbalagan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155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697" y="47067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539240" y="1855470"/>
            <a:ext cx="9508490" cy="3622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Classical symmetric encryption algorithm.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Blaise de Vigen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in the 16th century.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repeating keyword for encryption.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polyalphabetic substitution cipher based on multiple Caesar shifts.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the Caesar Cipher due to varying letter shifts.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9331"/>
            <a:ext cx="10972800" cy="1143000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Vigenere Cipher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6924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492250" y="1552575"/>
            <a:ext cx="8700135" cy="5122545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secret keyword.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keyword to match the plaintext length.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letters to their alphabetical positions.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plaintext and keyword values.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modulo 26 to the result.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values back into letters to obtain the ciphertext.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 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           C=(P+K) mod 26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Ciphertext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Plaintext 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269875">
              <a:spcBef>
                <a:spcPts val="600"/>
              </a:spcBef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K=Key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30" y="2032635"/>
            <a:ext cx="5253990" cy="3849370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                                                                     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 than the Caesar Cipher.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substitution alphabets.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frequency analysis attacks.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6095365" y="2032635"/>
            <a:ext cx="5271770" cy="405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Disadvantages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Vulnerable if the keyword is short or repeated.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 be broken using Kasiski or Friedman analysis.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 suitable for modern secure communication.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Security depends on the secrecy of the keyword.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0" y="351790"/>
            <a:ext cx="11188065" cy="1261110"/>
          </a:xfrm>
        </p:spPr>
        <p:txBody>
          <a:bodyPr>
            <a:normAutofit/>
          </a:bodyPr>
          <a:lstStyle/>
          <a:p>
            <a:pPr indent="269875">
              <a:lnSpc>
                <a:spcPct val="120000"/>
              </a:lnSpc>
              <a:spcBef>
                <a:spcPts val="600"/>
              </a:spcBef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Conclusion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828" y="2232740"/>
            <a:ext cx="12034344" cy="4525709"/>
          </a:xfrm>
        </p:spPr>
        <p:txBody>
          <a:bodyPr>
            <a:noAutofit/>
          </a:bodyPr>
          <a:lstStyle/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269875">
              <a:lnSpc>
                <a:spcPct val="120000"/>
              </a:lnSpc>
              <a:spcBef>
                <a:spcPts val="600"/>
              </a:spcBef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05805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05805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49960" y="1884045"/>
            <a:ext cx="10086975" cy="41586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study classical cryptography concepts.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polyalphabetic substitution encryption.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for educational purposes and cryptography practice.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an important historical encryption method.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45720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outdated for modern security, it remains valuable for understanding the development of cryptographic techniques.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23795"/>
            <a:ext cx="10972800" cy="183642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1954</Words>
  <Application>WPS Presentation</Application>
  <PresentationFormat>Widescreen</PresentationFormat>
  <Paragraphs>68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</vt:lpstr>
      <vt:lpstr>Times New Roman</vt:lpstr>
      <vt:lpstr>Wingdings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Viegnere Cipher</vt:lpstr>
      <vt:lpstr>Introduction</vt:lpstr>
      <vt:lpstr>Implementation of Vigenere Cipher</vt:lpstr>
      <vt:lpstr>Advantages and Disadvantages</vt:lpstr>
      <vt:lpstr>Applications &amp; Conclusion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hp</cp:lastModifiedBy>
  <cp:revision>40</cp:revision>
  <dcterms:created xsi:type="dcterms:W3CDTF">2013-01-27T09:14:00Z</dcterms:created>
  <dcterms:modified xsi:type="dcterms:W3CDTF">2026-07-15T04:52:46Z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B3DF68E0FEA04B95AEE38428D1745AFD_13</vt:lpwstr>
  </property>
</Properties>
</file>